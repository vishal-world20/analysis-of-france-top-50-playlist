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France Top 50 Playlist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audience sensitivity and content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27,800 rows with playlist metrics and attributes.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Explicit Content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 clean vs explicit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Album Type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vs album performance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Duration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Song duration preference insights.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France-focused release strategy suggestions.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localization insights for Atlantic.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